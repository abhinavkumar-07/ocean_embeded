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Problem Statement ID: SIH26066</a:t>
            </a:r>
          </a:p>
          <a:p>
            <a:r>
              <a:rPr lang="en-US" sz="1600"/>
              <a:t>Problem Statement Title: OceanEmbed - Satellite Embedding-Based Deep Learning Framework for Reconstruction of Subsurface Ocean Temperature from Surface Satellite Observations</a:t>
            </a:r>
          </a:p>
          <a:p>
            <a:r>
              <a:rPr lang="en-US" sz="1600"/>
              <a:t>Theme: Disaster Management</a:t>
            </a:r>
          </a:p>
          <a:p>
            <a:r>
              <a:rPr lang="en-US" sz="1600"/>
              <a:t>PS Category: Software</a:t>
            </a:r>
          </a:p>
          <a:p>
            <a:r>
              <a:rPr lang="en-US" sz="1600"/>
              <a:t>Team ID: [INSERT TEAM ID]</a:t>
            </a:r>
          </a:p>
          <a:p>
            <a:r>
              <a:rPr lang="en-US" sz="1600"/>
              <a:t>Team Name: [INSERT REGISTERED TEAM NAME]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400" b="1" u="sng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OCEANEMBED SOLUTION PIPELINE: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1400" b="1" u="sng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400" b="1" u="sng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SURFACE OCEAN OBSERVATIONS (SST, SSS, SSH, Currents, Winds)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400" b="1" u="sng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     â†“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400" b="1" u="sng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OCEAN EMBEDDING ENGINE (Spatial Features &amp; Temporal Context)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400" b="1" u="sng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     â†“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400" b="1" u="sng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3. SUBSURFACE TEMPERATURE (15 Depth Levels, 0m -&gt; 1000m)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1400" b="1" u="sng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400" b="1" u="sng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CORE INNOVATIONS: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400" b="1" u="sng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- SURFACE -&gt; DEEP: Learn hidden subsurface structure from surface observations.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400" b="1" u="sng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- TEMPORAL INTELLIGENCE: Use multi-day surface observations to capture evolving ocean dynamics.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400" b="1" u="sng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- DEPTH-AWARE RECONSTRUCTION: Generate temperature estimates across 15 standard depth levels.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1400" b="1" u="sng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400" b="1" u="sng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OceanEmbed combines: SPATIAL REPRESENTATION + TEMPORAL CONTEXT + DEPTH-AWARE DECODING + UNCERTAINTY + INDEPENDENT VALIDATION</a:t>
            </a:r>
            <a:endParaRPr 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323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200">
                <a:latin typeface="Arial" pitchFamily="34" charset="0"/>
                <a:cs typeface="Arial" pitchFamily="34" charset="0"/>
              </a:rPr>
              <a:t>TECHNICAL ARCHITECTURE: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20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200">
                <a:latin typeface="Arial" pitchFamily="34" charset="0"/>
                <a:cs typeface="Arial" pitchFamily="34" charset="0"/>
              </a:rPr>
              <a:t>[ DATA INGESTION ] Satellite Observations (SST | SSS | SSH | Current U/V | Wind U/V)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200">
                <a:latin typeface="Arial" pitchFamily="34" charset="0"/>
                <a:cs typeface="Arial" pitchFamily="34" charset="0"/>
              </a:rPr>
              <a:t>        â†“ (surface fields)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200">
                <a:latin typeface="Arial" pitchFamily="34" charset="0"/>
                <a:cs typeface="Arial" pitchFamily="34" charset="0"/>
              </a:rPr>
              <a:t>[ DATA HARMONIZATION ] Quality Control | Coordinate Normalization | Regridding (0.25Â°) | Missing-Data Masks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200">
                <a:latin typeface="Arial" pitchFamily="34" charset="0"/>
                <a:cs typeface="Arial" pitchFamily="34" charset="0"/>
              </a:rPr>
              <a:t>        â†“ (regridded)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200">
                <a:latin typeface="Arial" pitchFamily="34" charset="0"/>
                <a:cs typeface="Arial" pitchFamily="34" charset="0"/>
              </a:rPr>
              <a:t>[ TEMPORAL CONTEXT ] D-6 -&gt; D-5 -&gt; D-4 -&gt; D-3 -&gt; D-2 -&gt; D-1 -&gt; 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200">
                <a:latin typeface="Arial" pitchFamily="34" charset="0"/>
                <a:cs typeface="Arial" pitchFamily="34" charset="0"/>
              </a:rPr>
              <a:t>        â†“ (temporal window)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200">
                <a:latin typeface="Arial" pitchFamily="34" charset="0"/>
                <a:cs typeface="Arial" pitchFamily="34" charset="0"/>
              </a:rPr>
              <a:t>[ OCEAN EMBEDDING ] Spatial Encoder (CNN) + Temporal Encoder (GRU) -&gt; LATENT OCEAN EMBEDDING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200">
                <a:latin typeface="Arial" pitchFamily="34" charset="0"/>
                <a:cs typeface="Arial" pitchFamily="34" charset="0"/>
              </a:rPr>
              <a:t>        â†“ (latent features)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200">
                <a:latin typeface="Arial" pitchFamily="34" charset="0"/>
                <a:cs typeface="Arial" pitchFamily="34" charset="0"/>
              </a:rPr>
              <a:t>[ DEPTH-AWARE DECODER ] Depth Embeddings (0m to 1000m)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200">
                <a:latin typeface="Arial" pitchFamily="34" charset="0"/>
                <a:cs typeface="Arial" pitchFamily="34" charset="0"/>
              </a:rPr>
              <a:t>        â†“ (prediction)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200">
                <a:latin typeface="Arial" pitchFamily="34" charset="0"/>
                <a:cs typeface="Arial" pitchFamily="34" charset="0"/>
              </a:rPr>
              <a:t>[ SUBSURFACE OUTPUT ] Daily 0.25Â° x 0.25Â° temperature field (15 standard depths)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200">
                <a:latin typeface="Arial" pitchFamily="34" charset="0"/>
                <a:cs typeface="Arial" pitchFamily="34" charset="0"/>
              </a:rPr>
              <a:t>        â†“ (independent validation)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200">
                <a:latin typeface="Arial" pitchFamily="34" charset="0"/>
                <a:cs typeface="Arial" pitchFamily="34" charset="0"/>
              </a:rPr>
              <a:t>[ VALIDATION ] ARGO Validation &amp; Depth-wise Uncertainty Estimation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20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200">
                <a:latin typeface="Arial" pitchFamily="34" charset="0"/>
                <a:cs typeface="Arial" pitchFamily="34" charset="0"/>
              </a:rPr>
              <a:t>TECH STACK: Python, PyTorch, Xarray, FastAPI, React, Three.js</a:t>
            </a:r>
            <a:endParaRPr lang="en-US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289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IMPLEMENTATION LADDER (FEASIBILITY):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Phase 1: Data Access -&gt; Phase 2: QC + Harmonization -&gt; Phase 3: Baseline Model -&gt; Phase 4: Spatiotemporal Model -&gt; Phase 5: Depth-Aware Reconstruction -&gt; Phase 6: ARGO Validation -&gt; Phase 7: Scale-Up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40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RISK MATRIX &amp; MITIGATIONS: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01. MISSING SATELLITE OBS: Clouds/gaps. MITIGATION: Quality masks + explicit missing-data handling.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02. SPARSE VERTICAL OBS: ARGO is sparse. MITIGATION: GLORYS for training, gridded ARGO for independent validation.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03. TEMPORAL OCEAN DYNAMICS: Evolving surface forcing. MITIGATION: Multi-day temporal context.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04. MODEL UNCERTAINTY: Variable reliability. MITIGATION: Estimate uncertainty and expose with predictions.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40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SCALABILITY: POC (Bay of Bengal) -&gt; VALIDATION -&gt; SCALE (North Indian Ocean). Build small -&gt; validate -&gt; scale.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IMPACT CHAIN: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SURFACE SATELLITE DATA -&gt; OCEANEMBED -&gt; SUBSURFACE TEMPERATURE FIELD -&gt; 3D OCEAN UNDERSTANDING -&gt; BETTER MONITORING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- OCEAN RESEARCH: Better analysis of subsurface thermal structure.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- FORECAST SUPPORT: Additional subsurface information.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- MARITIME AWARENESS: Broader ocean understanding.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BENEFITS: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1. Ocean Intelligence: Transform surface observations into a richer representation of subsurface thermal structure.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2. Scientific Research: Support analysis of surface-subsurface relationships at daily, gridded resolution.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3. Scalable Framework: Designed as a reusable pipeline for regional expansion.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TARGET SPECIFICATION: 0.25Â° Grid | Daily Output | 15 Depth Levels | 5Â°N-30Â°N, 45Â°E-105Â°E</a:t>
            </a:r>
            <a:endParaRPr lang="en-US" sz="1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EVIDENCE ECOSYSTEM: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400" noProof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DATA SOURCES: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Satellite ocean surface observations (CMEMS)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GLORYS Global Ocean Reanalysis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Gridded ARGO / INCOIS LAS Gridded ARGO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400" noProof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METHODS: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Spatiotemporal deep learning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Representation learning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Ocean subsurface reconstruction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Uncertainty estimation &amp; Independent validation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400" noProof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TECHNOLOGY FOUNDATION: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PyTorch, Xarray, Python scientific stack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FastAPI, React, Three.js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737</Words>
  <Application>Microsoft Office PowerPoint</Application>
  <PresentationFormat>Widescreen</PresentationFormat>
  <Paragraphs>104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Abhinav kumar</cp:lastModifiedBy>
  <cp:revision>148</cp:revision>
  <dcterms:created xsi:type="dcterms:W3CDTF">2013-12-12T18:46:50Z</dcterms:created>
  <dcterms:modified xsi:type="dcterms:W3CDTF">2026-09-04T12:28:58Z</dcterms:modified>
  <cp:category/>
</cp:coreProperties>
</file>